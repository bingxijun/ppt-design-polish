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Alternative composition 1 for one educational page, not a sequence in a finished deck. The same three concepts are present: opening admits daylight; shade moderates direct sun; reflection redirects light. Diagram is schematic, not an engineering simulation. 同一教学页的不同构图方案，并非整稿连续页面。图解为概念示意，不是工程模拟。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Alternative composition 2 for one educational page, not a sequence in a finished deck. The same three concepts are present: opening admits daylight; shade moderates direct sun; reflection redirects light. Diagram is schematic, not an engineering simulation. 同一教学页的不同构图方案，并非整稿连续页面。图解为概念示意，不是工程模拟。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Alternative composition 3 for one educational page, not a sequence in a finished deck. The same three concepts are present: opening admits daylight; shade moderates direct sun; reflection redirects light. Diagram is schematic, not an engineering simulation. 同一教学页的不同构图方案，并非整稿连续页面。图解为概念示意，不是工程模拟。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6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0292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25128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READING-ROOM DAYLIGHT  /  阅览室日光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1143000"/>
            <a:ext cx="42976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dirty="0">
                <a:solidFill>
                  <a:srgbClr val="202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Light,</a:t>
            </a:r>
            <a:endParaRPr lang="en-US" sz="5400" dirty="0"/>
          </a:p>
          <a:p>
            <a:pPr indent="0" marL="0">
              <a:buNone/>
            </a:pPr>
            <a:r>
              <a:rPr lang="en-US" sz="5400" dirty="0">
                <a:solidFill>
                  <a:srgbClr val="202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softened.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621792" y="3182112"/>
            <a:ext cx="4023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dirty="0">
                <a:solidFill>
                  <a:srgbClr val="202020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让日光柔和地</a:t>
            </a:r>
            <a:endParaRPr lang="en-US" sz="2900" dirty="0"/>
          </a:p>
          <a:p>
            <a:pPr indent="0" marL="0">
              <a:buNone/>
            </a:pPr>
            <a:r>
              <a:rPr lang="en-US" sz="2900" dirty="0">
                <a:solidFill>
                  <a:srgbClr val="202020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进入阅览室。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640080" y="4617720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96A66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A study of opening, shade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696A66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and reflection.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577840" y="1828800"/>
            <a:ext cx="5120640" cy="0"/>
          </a:xfrm>
          <a:prstGeom prst="line">
            <a:avLst/>
          </a:prstGeom>
          <a:noFill/>
          <a:ln w="13970">
            <a:solidFill>
              <a:srgbClr val="20202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698480" y="1828800"/>
            <a:ext cx="0" cy="2267712"/>
          </a:xfrm>
          <a:prstGeom prst="line">
            <a:avLst/>
          </a:prstGeom>
          <a:noFill/>
          <a:ln w="13970">
            <a:solidFill>
              <a:srgbClr val="20202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577840" y="4096512"/>
            <a:ext cx="5120640" cy="0"/>
          </a:xfrm>
          <a:prstGeom prst="line">
            <a:avLst/>
          </a:prstGeom>
          <a:noFill/>
          <a:ln w="13970">
            <a:solidFill>
              <a:srgbClr val="20202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577840" y="1828800"/>
            <a:ext cx="0" cy="475488"/>
          </a:xfrm>
          <a:prstGeom prst="line">
            <a:avLst/>
          </a:prstGeom>
          <a:noFill/>
          <a:ln w="13970">
            <a:solidFill>
              <a:srgbClr val="20202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577840" y="3218688"/>
            <a:ext cx="0" cy="877824"/>
          </a:xfrm>
          <a:prstGeom prst="line">
            <a:avLst/>
          </a:prstGeom>
          <a:noFill/>
          <a:ln w="13970">
            <a:solidFill>
              <a:srgbClr val="20202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533949" y="1784909"/>
            <a:ext cx="87782" cy="519379"/>
          </a:xfrm>
          <a:prstGeom prst="rect">
            <a:avLst/>
          </a:prstGeom>
          <a:solidFill>
            <a:srgbClr val="202020"/>
          </a:solidFill>
          <a:ln w="12700">
            <a:solidFill>
              <a:srgbClr val="202020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533949" y="3218688"/>
            <a:ext cx="87782" cy="921715"/>
          </a:xfrm>
          <a:prstGeom prst="rect">
            <a:avLst/>
          </a:prstGeom>
          <a:solidFill>
            <a:srgbClr val="202020"/>
          </a:solidFill>
          <a:ln w="12700">
            <a:solidFill>
              <a:srgbClr val="202020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175504" y="2304288"/>
            <a:ext cx="1133856" cy="0"/>
          </a:xfrm>
          <a:prstGeom prst="line">
            <a:avLst/>
          </a:prstGeom>
          <a:noFill/>
          <a:ln w="27940">
            <a:solidFill>
              <a:srgbClr val="20202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73168" y="2545690"/>
            <a:ext cx="2999232" cy="1499616"/>
          </a:xfrm>
          <a:prstGeom prst="line">
            <a:avLst/>
          </a:prstGeom>
          <a:noFill/>
          <a:ln w="30480">
            <a:solidFill>
              <a:srgbClr val="C25128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 flipV="1">
            <a:off x="7772400" y="2874874"/>
            <a:ext cx="2340864" cy="1170432"/>
          </a:xfrm>
          <a:prstGeom prst="line">
            <a:avLst/>
          </a:prstGeom>
          <a:noFill/>
          <a:ln w="30480">
            <a:solidFill>
              <a:srgbClr val="C25128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4773168" y="2911450"/>
            <a:ext cx="2340864" cy="1170432"/>
          </a:xfrm>
          <a:prstGeom prst="line">
            <a:avLst/>
          </a:prstGeom>
          <a:noFill/>
          <a:ln w="12700">
            <a:solidFill>
              <a:srgbClr val="C2512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162288" y="3621024"/>
            <a:ext cx="1097280" cy="0"/>
          </a:xfrm>
          <a:prstGeom prst="line">
            <a:avLst/>
          </a:prstGeom>
          <a:noFill/>
          <a:ln w="13970">
            <a:solidFill>
              <a:srgbClr val="B8B9B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272016" y="3621024"/>
            <a:ext cx="0" cy="460858"/>
          </a:xfrm>
          <a:prstGeom prst="line">
            <a:avLst/>
          </a:prstGeom>
          <a:noFill/>
          <a:ln w="13970">
            <a:solidFill>
              <a:srgbClr val="B8B9B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149840" y="3621024"/>
            <a:ext cx="0" cy="460858"/>
          </a:xfrm>
          <a:prstGeom prst="line">
            <a:avLst/>
          </a:prstGeom>
          <a:noFill/>
          <a:ln w="13970">
            <a:solidFill>
              <a:srgbClr val="B8B9B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536692" y="2884932"/>
            <a:ext cx="82296" cy="82296"/>
          </a:xfrm>
          <a:prstGeom prst="ellipse">
            <a:avLst/>
          </a:prstGeom>
          <a:solidFill>
            <a:srgbClr val="C25128"/>
          </a:solidFill>
          <a:ln w="12700">
            <a:solidFill>
              <a:srgbClr val="C25128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865876" y="2263140"/>
            <a:ext cx="82296" cy="82296"/>
          </a:xfrm>
          <a:prstGeom prst="ellipse">
            <a:avLst/>
          </a:prstGeom>
          <a:solidFill>
            <a:srgbClr val="C25128"/>
          </a:solidFill>
          <a:ln w="12700">
            <a:solidFill>
              <a:srgbClr val="C25128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731252" y="4004158"/>
            <a:ext cx="82296" cy="82296"/>
          </a:xfrm>
          <a:prstGeom prst="ellipse">
            <a:avLst/>
          </a:prstGeom>
          <a:solidFill>
            <a:srgbClr val="C25128"/>
          </a:solidFill>
          <a:ln w="12700">
            <a:solidFill>
              <a:srgbClr val="C25128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92040" y="45720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96A66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SECTION / 概念剖面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40080" y="5303520"/>
            <a:ext cx="10881360" cy="0"/>
          </a:xfrm>
          <a:prstGeom prst="line">
            <a:avLst/>
          </a:prstGeom>
          <a:noFill/>
          <a:ln w="8890">
            <a:solidFill>
              <a:srgbClr val="C9C8C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5532120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02020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Opening / 开口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640080" y="595274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96A66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Admits daylight / 引入日光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343400" y="5532120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02020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Shade / 遮阳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4343400" y="595274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96A66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Moderates direct sun / 调节直射光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8046720" y="5532120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02020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Reflection / 反射</a:t>
            </a:r>
            <a:endParaRPr lang="en-US" sz="1700" dirty="0"/>
          </a:p>
        </p:txBody>
      </p:sp>
      <p:sp>
        <p:nvSpPr>
          <p:cNvPr id="30" name="Text 28"/>
          <p:cNvSpPr/>
          <p:nvPr/>
        </p:nvSpPr>
        <p:spPr>
          <a:xfrm>
            <a:off x="8046720" y="595274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96A66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Redirects light / 改变光的路径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94360" y="6428232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COMPOSITION STUDY  /  构图研究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9235440" y="6428232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01  EDITORIAL / 编辑设计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029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84EAA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DAYLIGHT / 日光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987552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202020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How light enters a reading room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612648" y="1719072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dirty="0">
                <a:solidFill>
                  <a:srgbClr val="686F77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从开口到表面反射，理解室内光的路径。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621792" y="2404872"/>
            <a:ext cx="10899648" cy="0"/>
          </a:xfrm>
          <a:prstGeom prst="line">
            <a:avLst/>
          </a:prstGeom>
          <a:noFill/>
          <a:ln w="10160">
            <a:solidFill>
              <a:srgbClr val="BFC8D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892040" y="2880360"/>
            <a:ext cx="5632704" cy="0"/>
          </a:xfrm>
          <a:prstGeom prst="line">
            <a:avLst/>
          </a:prstGeom>
          <a:noFill/>
          <a:ln w="13970">
            <a:solidFill>
              <a:srgbClr val="1E2B3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524744" y="2880360"/>
            <a:ext cx="0" cy="2494483"/>
          </a:xfrm>
          <a:prstGeom prst="line">
            <a:avLst/>
          </a:prstGeom>
          <a:noFill/>
          <a:ln w="13970">
            <a:solidFill>
              <a:srgbClr val="1E2B3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892040" y="5374843"/>
            <a:ext cx="5632704" cy="0"/>
          </a:xfrm>
          <a:prstGeom prst="line">
            <a:avLst/>
          </a:prstGeom>
          <a:noFill/>
          <a:ln w="13970">
            <a:solidFill>
              <a:srgbClr val="1E2B3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892040" y="2880360"/>
            <a:ext cx="0" cy="523037"/>
          </a:xfrm>
          <a:prstGeom prst="line">
            <a:avLst/>
          </a:prstGeom>
          <a:noFill/>
          <a:ln w="13970">
            <a:solidFill>
              <a:srgbClr val="1E2B3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892040" y="4409237"/>
            <a:ext cx="0" cy="965606"/>
          </a:xfrm>
          <a:prstGeom prst="line">
            <a:avLst/>
          </a:prstGeom>
          <a:noFill/>
          <a:ln w="13970">
            <a:solidFill>
              <a:srgbClr val="1E2B3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843760" y="2832080"/>
            <a:ext cx="96561" cy="571317"/>
          </a:xfrm>
          <a:prstGeom prst="rect">
            <a:avLst/>
          </a:prstGeom>
          <a:solidFill>
            <a:srgbClr val="1E2B3C"/>
          </a:solidFill>
          <a:ln w="12700">
            <a:solidFill>
              <a:srgbClr val="1E2B3C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843760" y="4409237"/>
            <a:ext cx="96561" cy="1013887"/>
          </a:xfrm>
          <a:prstGeom prst="rect">
            <a:avLst/>
          </a:prstGeom>
          <a:solidFill>
            <a:srgbClr val="1E2B3C"/>
          </a:solidFill>
          <a:ln w="12700">
            <a:solidFill>
              <a:srgbClr val="1E2B3C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449470" y="3403397"/>
            <a:ext cx="1247242" cy="0"/>
          </a:xfrm>
          <a:prstGeom prst="line">
            <a:avLst/>
          </a:prstGeom>
          <a:noFill/>
          <a:ln w="27940">
            <a:solidFill>
              <a:srgbClr val="1E2B3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006901" y="3668939"/>
            <a:ext cx="3299155" cy="1649578"/>
          </a:xfrm>
          <a:prstGeom prst="line">
            <a:avLst/>
          </a:prstGeom>
          <a:noFill/>
          <a:ln w="30480">
            <a:solidFill>
              <a:srgbClr val="284EAA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 flipV="1">
            <a:off x="7306056" y="4031041"/>
            <a:ext cx="2574950" cy="1287475"/>
          </a:xfrm>
          <a:prstGeom prst="line">
            <a:avLst/>
          </a:prstGeom>
          <a:noFill/>
          <a:ln w="30480">
            <a:solidFill>
              <a:srgbClr val="284EAA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4006901" y="4071275"/>
            <a:ext cx="2574950" cy="1287475"/>
          </a:xfrm>
          <a:prstGeom prst="line">
            <a:avLst/>
          </a:prstGeom>
          <a:noFill/>
          <a:ln w="12700">
            <a:solidFill>
              <a:srgbClr val="284EA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834933" y="4851806"/>
            <a:ext cx="1207008" cy="0"/>
          </a:xfrm>
          <a:prstGeom prst="line">
            <a:avLst/>
          </a:prstGeom>
          <a:noFill/>
          <a:ln w="13970">
            <a:solidFill>
              <a:srgbClr val="AAB7C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955634" y="4851806"/>
            <a:ext cx="0" cy="506943"/>
          </a:xfrm>
          <a:prstGeom prst="line">
            <a:avLst/>
          </a:prstGeom>
          <a:noFill/>
          <a:ln w="13970">
            <a:solidFill>
              <a:srgbClr val="AAB7C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921240" y="4851806"/>
            <a:ext cx="0" cy="506943"/>
          </a:xfrm>
          <a:prstGeom prst="line">
            <a:avLst/>
          </a:prstGeom>
          <a:noFill/>
          <a:ln w="13970">
            <a:solidFill>
              <a:srgbClr val="AAB7C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850892" y="4046220"/>
            <a:ext cx="82296" cy="82296"/>
          </a:xfrm>
          <a:prstGeom prst="ellipse">
            <a:avLst/>
          </a:prstGeom>
          <a:solidFill>
            <a:srgbClr val="284EAA"/>
          </a:solidFill>
          <a:ln w="12700">
            <a:solidFill>
              <a:srgbClr val="284EAA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212994" y="3362249"/>
            <a:ext cx="82296" cy="82296"/>
          </a:xfrm>
          <a:prstGeom prst="ellipse">
            <a:avLst/>
          </a:prstGeom>
          <a:solidFill>
            <a:srgbClr val="284EAA"/>
          </a:solidFill>
          <a:ln w="12700">
            <a:solidFill>
              <a:srgbClr val="284EAA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264908" y="5277368"/>
            <a:ext cx="82296" cy="82296"/>
          </a:xfrm>
          <a:prstGeom prst="ellipse">
            <a:avLst/>
          </a:prstGeom>
          <a:solidFill>
            <a:srgbClr val="284EAA"/>
          </a:solidFill>
          <a:ln w="12700">
            <a:solidFill>
              <a:srgbClr val="284EAA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" y="2724912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B3C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Shade / 遮阳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640080" y="3099816"/>
            <a:ext cx="3474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86F77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Moderates direct sun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686F77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调节直射光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640080" y="3639312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B3C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Opening / 开口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640080" y="4014216"/>
            <a:ext cx="3474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86F77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Admits daylight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686F77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引入日光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640080" y="4553712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B3C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Reflection / 反射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640080" y="4928616"/>
            <a:ext cx="3474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86F77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Redirects light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686F77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改变光的路径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3675888" y="3236976"/>
            <a:ext cx="1563624" cy="164592"/>
          </a:xfrm>
          <a:prstGeom prst="line">
            <a:avLst/>
          </a:prstGeom>
          <a:noFill/>
          <a:ln w="7620">
            <a:solidFill>
              <a:srgbClr val="AAB7C7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 flipV="1">
            <a:off x="3675888" y="4087368"/>
            <a:ext cx="1216152" cy="73152"/>
          </a:xfrm>
          <a:prstGeom prst="line">
            <a:avLst/>
          </a:prstGeom>
          <a:noFill/>
          <a:ln w="7620">
            <a:solidFill>
              <a:srgbClr val="AAB7C7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675888" y="5093208"/>
            <a:ext cx="3630168" cy="219456"/>
          </a:xfrm>
          <a:prstGeom prst="line">
            <a:avLst/>
          </a:prstGeom>
          <a:noFill/>
          <a:ln w="7620">
            <a:solidFill>
              <a:srgbClr val="AAB7C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92040" y="58064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86F77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Concept schematic / 概念示意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94360" y="6428232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COMPOSITION STUDY  /  构图研究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9235440" y="6428232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02  TECHNICAL / 理性图解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71B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02920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EB075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READING-ROOM DAYLIGHT  /  阅览室日光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100584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700" dirty="0">
                <a:solidFill>
                  <a:srgbClr val="F6F1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Follow the light.</a:t>
            </a:r>
            <a:endParaRPr lang="en-US" sz="5700" dirty="0"/>
          </a:p>
        </p:txBody>
      </p:sp>
      <p:sp>
        <p:nvSpPr>
          <p:cNvPr id="4" name="Text 2"/>
          <p:cNvSpPr/>
          <p:nvPr/>
        </p:nvSpPr>
        <p:spPr>
          <a:xfrm>
            <a:off x="640080" y="2084832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dirty="0">
                <a:solidFill>
                  <a:srgbClr val="B7B6B2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开口、遮阳与反射，共同塑造光的路径。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1828800" y="3017520"/>
            <a:ext cx="5312664" cy="0"/>
          </a:xfrm>
          <a:prstGeom prst="line">
            <a:avLst/>
          </a:prstGeom>
          <a:noFill/>
          <a:ln w="13970">
            <a:solidFill>
              <a:srgbClr val="E0DFD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141464" y="3017520"/>
            <a:ext cx="0" cy="2352751"/>
          </a:xfrm>
          <a:prstGeom prst="line">
            <a:avLst/>
          </a:prstGeom>
          <a:noFill/>
          <a:ln w="13970">
            <a:solidFill>
              <a:srgbClr val="E0DFD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828800" y="5370271"/>
            <a:ext cx="5312664" cy="0"/>
          </a:xfrm>
          <a:prstGeom prst="line">
            <a:avLst/>
          </a:prstGeom>
          <a:noFill/>
          <a:ln w="13970">
            <a:solidFill>
              <a:srgbClr val="E0DFD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828800" y="3017520"/>
            <a:ext cx="0" cy="493319"/>
          </a:xfrm>
          <a:prstGeom prst="line">
            <a:avLst/>
          </a:prstGeom>
          <a:noFill/>
          <a:ln w="13970">
            <a:solidFill>
              <a:srgbClr val="E0DFD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828800" y="4459529"/>
            <a:ext cx="0" cy="910742"/>
          </a:xfrm>
          <a:prstGeom prst="line">
            <a:avLst/>
          </a:prstGeom>
          <a:noFill/>
          <a:ln w="13970">
            <a:solidFill>
              <a:srgbClr val="E0DFD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783263" y="2971983"/>
            <a:ext cx="91074" cy="538856"/>
          </a:xfrm>
          <a:prstGeom prst="rect">
            <a:avLst/>
          </a:prstGeom>
          <a:solidFill>
            <a:srgbClr val="E0DFDA"/>
          </a:solidFill>
          <a:ln w="12700">
            <a:solidFill>
              <a:srgbClr val="E0DFDA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783263" y="4459529"/>
            <a:ext cx="91074" cy="956280"/>
          </a:xfrm>
          <a:prstGeom prst="rect">
            <a:avLst/>
          </a:prstGeom>
          <a:solidFill>
            <a:srgbClr val="E0DFDA"/>
          </a:solidFill>
          <a:ln w="12700">
            <a:solidFill>
              <a:srgbClr val="E0DFDA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11376" y="3510839"/>
            <a:ext cx="1176376" cy="0"/>
          </a:xfrm>
          <a:prstGeom prst="line">
            <a:avLst/>
          </a:prstGeom>
          <a:noFill/>
          <a:ln w="27940">
            <a:solidFill>
              <a:srgbClr val="E0DFD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93953" y="3761293"/>
            <a:ext cx="3111703" cy="1555852"/>
          </a:xfrm>
          <a:prstGeom prst="line">
            <a:avLst/>
          </a:prstGeom>
          <a:noFill/>
          <a:ln w="30480">
            <a:solidFill>
              <a:srgbClr val="DEB075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 flipV="1">
            <a:off x="4105656" y="4102821"/>
            <a:ext cx="2428646" cy="1214323"/>
          </a:xfrm>
          <a:prstGeom prst="line">
            <a:avLst/>
          </a:prstGeom>
          <a:noFill/>
          <a:ln w="30480">
            <a:solidFill>
              <a:srgbClr val="DEB075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993953" y="4140769"/>
            <a:ext cx="2428646" cy="1214323"/>
          </a:xfrm>
          <a:prstGeom prst="line">
            <a:avLst/>
          </a:prstGeom>
          <a:noFill/>
          <a:ln w="12700">
            <a:solidFill>
              <a:srgbClr val="DEB07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547665" y="4876952"/>
            <a:ext cx="1138428" cy="0"/>
          </a:xfrm>
          <a:prstGeom prst="line">
            <a:avLst/>
          </a:prstGeom>
          <a:noFill/>
          <a:ln w="13970">
            <a:solidFill>
              <a:srgbClr val="66696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661508" y="4876952"/>
            <a:ext cx="0" cy="478140"/>
          </a:xfrm>
          <a:prstGeom prst="line">
            <a:avLst/>
          </a:prstGeom>
          <a:noFill/>
          <a:ln w="13970">
            <a:solidFill>
              <a:srgbClr val="66696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572250" y="4876952"/>
            <a:ext cx="0" cy="478140"/>
          </a:xfrm>
          <a:prstGeom prst="line">
            <a:avLst/>
          </a:prstGeom>
          <a:noFill/>
          <a:ln w="13970">
            <a:solidFill>
              <a:srgbClr val="66696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787652" y="4114800"/>
            <a:ext cx="82296" cy="82296"/>
          </a:xfrm>
          <a:prstGeom prst="ellipse">
            <a:avLst/>
          </a:prstGeom>
          <a:solidFill>
            <a:srgbClr val="DEB075"/>
          </a:solidFill>
          <a:ln w="12700">
            <a:solidFill>
              <a:srgbClr val="DEB075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129180" y="3469691"/>
            <a:ext cx="82296" cy="82296"/>
          </a:xfrm>
          <a:prstGeom prst="ellipse">
            <a:avLst/>
          </a:prstGeom>
          <a:solidFill>
            <a:srgbClr val="DEB075"/>
          </a:solidFill>
          <a:ln w="12700">
            <a:solidFill>
              <a:srgbClr val="DEB075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064508" y="5275997"/>
            <a:ext cx="82296" cy="82296"/>
          </a:xfrm>
          <a:prstGeom prst="ellipse">
            <a:avLst/>
          </a:prstGeom>
          <a:solidFill>
            <a:srgbClr val="DEB075"/>
          </a:solidFill>
          <a:ln w="12700">
            <a:solidFill>
              <a:srgbClr val="DEB075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302752" y="3017520"/>
            <a:ext cx="0" cy="2596896"/>
          </a:xfrm>
          <a:prstGeom prst="line">
            <a:avLst/>
          </a:prstGeom>
          <a:noFill/>
          <a:ln w="8890">
            <a:solidFill>
              <a:srgbClr val="565A5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732520" y="3008376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EB075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Opening / 开口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8732520" y="3355848"/>
            <a:ext cx="2834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7B6B2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Admits daylight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B7B6B2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引入日光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8732520" y="3895344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EB075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Shade / 遮阳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8732520" y="4242816"/>
            <a:ext cx="2834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7B6B2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Moderates direct sun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B7B6B2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调节直射光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8732520" y="4782312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EB075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Reflection / 反射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8732520" y="5129784"/>
            <a:ext cx="2834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7B6B2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Redirects light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B7B6B2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改变光的路径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005840" y="5843016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7B6B2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Concept section / 概念剖面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94360" y="6428232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7B6B2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COMPOSITION STUDY  /  构图研究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9235440" y="6428232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7B6B2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03  GALLERY / 画廊叙事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Hiragino Sans GB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Hiragino Sans GB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Three compositions for one daylight brief / 同一内容的三种构图</dc:title>
  <dc:subject/>
  <dc:creator>PPT Design &amp; Polish</dc:creator>
  <cp:lastModifiedBy>PPT Design &amp; Polish</cp:lastModifiedBy>
  <cp:revision>1</cp:revision>
  <dcterms:created xsi:type="dcterms:W3CDTF">2026-10-20T20:26:50Z</dcterms:created>
  <dcterms:modified xsi:type="dcterms:W3CDTF">2026-10-20T20:26:50Z</dcterms:modified>
</cp:coreProperties>
</file>