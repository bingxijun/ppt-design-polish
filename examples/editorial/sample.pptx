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revenue / 示例收入</c:v>
                </c:pt>
              </c:strCache>
            </c:strRef>
          </c:tx>
          <c:spPr>
            <a:solidFill>
              <a:srgbClr val="166354"/>
            </a:solidFill>
            <a:ln w="38100" cap="flat">
              <a:solidFill>
                <a:srgbClr val="16635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635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6354"/>
              </a:solidFill>
              <a:ln w="9525" cap="flat">
                <a:solidFill>
                  <a:srgbClr val="1663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31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6635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DD7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D5DD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editorial sample for an open-source presentation skill. All business values in this deck are illustrative. 本稿仅为开源项目示例，业务数据为演示数据。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revenue by quarter in ¥ million: 12, 18, 25, 31. These are synthetic values, not a forecast or performance claim. 示例收入：12、18、25、31 百万元。非真实经营数据。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Text, the revenue chart, and this table are native editable PowerPoint objects. The sample does not contain image-first pages. 本示例的文字、图表及表格为原生对象，不包含整页生图页面。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35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FIELD NOTES  /  演示样稿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18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clearer view</a:t>
            </a:r>
            <a:endParaRPr lang="en-US" sz="6000" dirty="0"/>
          </a:p>
          <a:p>
            <a:pPr indent="0" marL="0">
              <a:buNone/>
            </a:pPr>
            <a:r>
              <a:rPr lang="en-US" sz="6000" dirty="0">
                <a:solidFill>
                  <a:srgbClr val="18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growth.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13232" y="3886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828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用更清楚的设计，讲清增长。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31520" y="4709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An editable PowerPoint example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原生文字、图表与表格的实际制作示例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38360" y="365760"/>
            <a:ext cx="2057400" cy="5669280"/>
          </a:xfrm>
          <a:prstGeom prst="rect">
            <a:avLst/>
          </a:prstGeom>
          <a:solidFill>
            <a:srgbClr val="166354"/>
          </a:solidFill>
          <a:ln w="12700">
            <a:solidFill>
              <a:srgbClr val="166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0" y="822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F7F5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9966960" y="4114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5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DESIGN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5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WITH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5E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31850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PPT DESIGN &amp; POLISH    /    ILLUSTRATIVE DATA · 示例数据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09376" y="63185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8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rises in every quarter.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四个季度持续增长，第四季度达到示例最高值。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772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823960" y="2103120"/>
            <a:ext cx="0" cy="3474720"/>
          </a:xfrm>
          <a:prstGeom prst="line">
            <a:avLst/>
          </a:prstGeom>
          <a:noFill/>
          <a:ln w="12700">
            <a:solidFill>
              <a:srgbClr val="D5DD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81160" y="2194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166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932688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¥ million / 百万元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0" y="4251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8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Q4 revenue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8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第四季度收入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5897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Native chart + data workbook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原生图表与关联数据工作簿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31850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PPT DESIGN &amp; POLISH    /    ILLUSTRATIVE DATA · 示例数据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09376" y="63185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what stays editable.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关键内容保留为原生对象，后续修改更直接。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057400"/>
          <a:ext cx="10863072" cy="3063240"/>
        </p:xfrm>
        <a:graphic>
          <a:graphicData uri="http://schemas.openxmlformats.org/drawingml/2006/table">
            <a:tbl>
              <a:tblPr/>
              <a:tblGrid>
                <a:gridCol w="2560320"/>
                <a:gridCol w="4069080"/>
                <a:gridCol w="4233672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OBJECT / 对象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3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KEEP EDITABLE / 保留可改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3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WHY IT MATTERS / 作用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354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Text / 文字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Native text / 原生文字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Update the message / 修改表达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Charts / 图表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Native chart / 原生图表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Revise data faithfully / 准确更新数据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Tables / 表格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Native cells / 原生单元格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Maintain comparisons / 维护对比内容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Images / 图片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Separate image layer / 图片独立成层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82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Replace / crop / 替换与裁切</a:t>
                      </a:r>
                      <a:endParaRPr lang="en-US" sz="16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46304" marR="146304" marT="146304" marB="146304" anchor="mid">
                    <a:lnL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635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Rendered from the exported PPTX. Review every page before delivery.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59618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从最终 PPTX 重新渲染，交付前逐页查看。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31850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PPT DESIGN &amp; POLISH    /    ILLUSTRATIVE DATA · 示例数据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09376" y="63185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C6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Design &amp; Polish — Editorial sample</dc:title>
  <dc:subject/>
  <dc:creator>PPT Design &amp; Polish</dc:creator>
  <cp:lastModifiedBy>PPT Design &amp; Polish</cp:lastModifiedBy>
  <cp:revision>1</cp:revision>
  <dcterms:created xsi:type="dcterms:W3CDTF">2026-10-19T03:05:28Z</dcterms:created>
  <dcterms:modified xsi:type="dcterms:W3CDTF">2026-10-19T03:05:28Z</dcterms:modified>
</cp:coreProperties>
</file>