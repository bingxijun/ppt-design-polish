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Projects</c:v>
                </c:pt>
              </c:strCache>
            </c:strRef>
          </c:tx>
          <c:spPr>
            <a:solidFill>
              <a:srgbClr val="C6930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2526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Workplace</c:v>
                  </c:pt>
                  <c:pt idx="1">
                    <c:v>Culture</c:v>
                  </c:pt>
                  <c:pt idx="2">
                    <c:v>Residential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8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2526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7796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12700" cap="flat">
              <a:solidFill>
                <a:srgbClr val="DDDF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7796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eikikun/Documents/skills/ppt-design-polish/examples/yellow/assets/studio.jpg">    </p:cNvPr>
          <p:cNvPicPr>
            <a:picLocks noChangeAspect="1"/>
          </p:cNvPicPr>
          <p:nvPr/>
        </p:nvPicPr>
        <p:blipFill>
          <a:blip r:embed="rId1"/>
          <a:srcRect l="25274" r="25274" t="0" b="0"/>
          <a:stretch/>
        </p:blipFill>
        <p:spPr>
          <a:xfrm>
            <a:off x="6172200" y="0"/>
            <a:ext cx="602589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94360" y="1069848"/>
            <a:ext cx="594360" cy="100584"/>
          </a:xfrm>
          <a:prstGeom prst="rect">
            <a:avLst/>
          </a:prstGeom>
          <a:solidFill>
            <a:srgbClr val="F3C4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NORTH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studio and illustrative data. AI-generated imagery.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94360" y="160020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Spaces for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days.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21792" y="38221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 and cultural buildings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21792" y="539496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Daylight. Tactile materials. Clear space.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NORTH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987552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dirty="0">
                <a:solidFill>
                  <a:srgbClr val="F3C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6" name="Text 4"/>
          <p:cNvSpPr/>
          <p:nvPr/>
        </p:nvSpPr>
        <p:spPr>
          <a:xfrm>
            <a:off x="685800" y="3182112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with</a:t>
            </a:r>
            <a:endParaRPr lang="en-US" sz="4200" dirty="0"/>
          </a:p>
          <a:p>
            <a:pPr indent="0" marL="0">
              <a:buNone/>
            </a:pPr>
            <a:r>
              <a:rPr lang="en-US" sz="42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to breathe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22376" y="47091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calm approach to the spaces we share.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NORTH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concept. Images express design direction, not a completed building.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AND LIGHT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pavilion concept</a:t>
            </a:r>
            <a:endParaRPr lang="en-US" sz="3200" dirty="0"/>
          </a:p>
        </p:txBody>
      </p:sp>
      <p:pic>
        <p:nvPicPr>
          <p:cNvPr id="8" name="Image 0" descr="/Users/heikikun/Documents/skills/ppt-design-polish/examples/yellow/assets/pavilion.jpg">    </p:cNvPr>
          <p:cNvPicPr>
            <a:picLocks noChangeAspect="1"/>
          </p:cNvPicPr>
          <p:nvPr/>
        </p:nvPicPr>
        <p:blipFill>
          <a:blip r:embed="rId1"/>
          <a:srcRect l="0" r="0" t="28308" b="28308"/>
          <a:stretch/>
        </p:blipFill>
        <p:spPr>
          <a:xfrm>
            <a:off x="594360" y="2304288"/>
            <a:ext cx="6949440" cy="37673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46597" y="5058827"/>
            <a:ext cx="292608" cy="292608"/>
          </a:xfrm>
          <a:prstGeom prst="ellipse">
            <a:avLst/>
          </a:prstGeom>
          <a:solidFill>
            <a:srgbClr val="C69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46597" y="505882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90956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522208" y="2468880"/>
            <a:ext cx="2944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narrow yellow entrance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2880360" y="3966301"/>
            <a:ext cx="292608" cy="292608"/>
          </a:xfrm>
          <a:prstGeom prst="ellipse">
            <a:avLst/>
          </a:prstGeom>
          <a:solidFill>
            <a:srgbClr val="C69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880360" y="39663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09560" y="3611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522208" y="3611880"/>
            <a:ext cx="2944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 limestone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1143000" y="4569074"/>
            <a:ext cx="292608" cy="292608"/>
          </a:xfrm>
          <a:prstGeom prst="ellipse">
            <a:avLst/>
          </a:prstGeom>
          <a:solidFill>
            <a:srgbClr val="C69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43000" y="456907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909560" y="4754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522208" y="4754880"/>
            <a:ext cx="2944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Olive tree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NORTH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studio and illustrative data. AI-generated imagery.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PORTFOLIO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portfolio across three settings</a:t>
            </a:r>
            <a:endParaRPr lang="en-US" sz="3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85800" y="2468880"/>
          <a:ext cx="6949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2523744"/>
            <a:ext cx="3246120" cy="0"/>
          </a:xfrm>
          <a:prstGeom prst="line">
            <a:avLst/>
          </a:prstGeom>
          <a:noFill/>
          <a:ln w="7620">
            <a:solidFill>
              <a:srgbClr val="DDDF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0" y="26700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projects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0" y="3127248"/>
            <a:ext cx="32461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portfolio only. These counts are not business results.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NORTH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duration or fee is specified.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PROCESS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process from the start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49808" y="3136392"/>
            <a:ext cx="10607040" cy="0"/>
          </a:xfrm>
          <a:prstGeom prst="line">
            <a:avLst/>
          </a:prstGeom>
          <a:noFill/>
          <a:ln w="7620">
            <a:solidFill>
              <a:srgbClr val="DD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063240"/>
            <a:ext cx="146304" cy="146304"/>
          </a:xfrm>
          <a:prstGeom prst="rect">
            <a:avLst/>
          </a:prstGeom>
          <a:solidFill>
            <a:srgbClr val="F3C4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4505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3511296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49808" y="4251960"/>
            <a:ext cx="23134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 the brief.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47288" y="3063240"/>
            <a:ext cx="146304" cy="146304"/>
          </a:xfrm>
          <a:prstGeom prst="rect">
            <a:avLst/>
          </a:prstGeom>
          <a:solidFill>
            <a:srgbClr val="F3C4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47288" y="24505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447288" y="3511296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3447288" y="4251960"/>
            <a:ext cx="23134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spatial ideas.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44768" y="3063240"/>
            <a:ext cx="146304" cy="146304"/>
          </a:xfrm>
          <a:prstGeom prst="rect">
            <a:avLst/>
          </a:prstGeom>
          <a:solidFill>
            <a:srgbClr val="F3C4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4768" y="24505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144768" y="3511296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6144768" y="4251960"/>
            <a:ext cx="23134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materials and details.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842248" y="3063240"/>
            <a:ext cx="146304" cy="146304"/>
          </a:xfrm>
          <a:prstGeom prst="rect">
            <a:avLst/>
          </a:prstGeom>
          <a:solidFill>
            <a:srgbClr val="F3C40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42248" y="2450592"/>
            <a:ext cx="2313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42248" y="3511296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8842248" y="4251960"/>
            <a:ext cx="23134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the agreed handover.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ATELIER NORTH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studio and illustrative data. AI-generated imagery.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69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APPROACH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Daylight and material warmth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85800" y="2377440"/>
            <a:ext cx="10789920" cy="0"/>
          </a:xfrm>
          <a:prstGeom prst="line">
            <a:avLst/>
          </a:prstGeom>
          <a:noFill/>
          <a:ln w="7620">
            <a:solidFill>
              <a:srgbClr val="DD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23744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Daylight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980944"/>
            <a:ext cx="1078992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natural light shape calm workspaces.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3581400"/>
            <a:ext cx="10789920" cy="0"/>
          </a:xfrm>
          <a:prstGeom prst="line">
            <a:avLst/>
          </a:prstGeom>
          <a:noFill/>
          <a:ln w="7620">
            <a:solidFill>
              <a:srgbClr val="DD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727704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Tactile materials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85800" y="4184904"/>
            <a:ext cx="1078992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carefully chosen surfaces to give spaces warmth.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785360"/>
            <a:ext cx="10789920" cy="0"/>
          </a:xfrm>
          <a:prstGeom prst="line">
            <a:avLst/>
          </a:prstGeom>
          <a:noFill/>
          <a:ln w="7620">
            <a:solidFill>
              <a:srgbClr val="DD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31664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2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floor plan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85800" y="5388864"/>
            <a:ext cx="1078992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779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people room to move and room to breathe.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ATELIER NORTH</dc:title>
  <dc:subject/>
  <dc:creator>PPT Design &amp; Polish</dc:creator>
  <cp:lastModifiedBy>PPT Design &amp; Polish</cp:lastModifiedBy>
  <cp:revision>1</cp:revision>
  <dcterms:created xsi:type="dcterms:W3CDTF">2026-10-21T13:35:25Z</dcterms:created>
  <dcterms:modified xsi:type="dcterms:W3CDTF">2026-10-21T13:35:25Z</dcterms:modified>
</cp:coreProperties>
</file>