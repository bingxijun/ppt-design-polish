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试访偏好</c:v>
                </c:pt>
              </c:strCache>
            </c:strRef>
          </c:tx>
          <c:spPr>
            <a:solidFill>
              <a:srgbClr val="8D3927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2925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D392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9252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9252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减少说明文字</c:v>
                  </c:pt>
                  <c:pt idx="1">
                    <c:v>增加停留位置</c:v>
                  </c:pt>
                  <c:pt idx="2">
                    <c:v>增加导览讲解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25</c:v>
                </c:pt>
                <c:pt idx="2">
                  <c:v>15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500" u="none">
                  <a:solidFill>
                    <a:srgbClr val="2925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92521"/>
                </a:solidFill>
                <a:latin typeface="Hiragino Sans GB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0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655C"/>
                </a:solidFill>
                <a:latin typeface="Hiragino Sans GB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zh-CN" altLang="en-US" sz="1000" b="1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静观之间 / CURATORIAL PROPOSAL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三个环节组织内容，不是观众必须完成的任务。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058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4"/>
              </a:lnSpc>
              <a:buNone/>
            </a:pPr>
            <a:r>
              <a:rPr lang="zh-CN" altLang="en-US" sz="34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把观看时间还给观众</a:t>
            </a:r>
            <a:endParaRPr lang="zh-CN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5166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buNone/>
            </a:pPr>
            <a:r>
              <a:rPr lang="zh-CN" altLang="en-US" sz="31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先看作品，</a:t>
            </a:r>
            <a:endParaRPr lang="zh-CN" sz="3100" dirty="0"/>
          </a:p>
          <a:p>
            <a:pPr algn="l" indent="0" marL="0">
              <a:lnSpc>
                <a:spcPts val="3286"/>
              </a:lnSpc>
              <a:buNone/>
            </a:pPr>
            <a:r>
              <a:rPr lang="zh-CN" altLang="en-US" sz="31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再决定是否阅读导览。</a:t>
            </a:r>
            <a:endParaRPr lang="zh-CN" sz="3100" dirty="0"/>
          </a:p>
        </p:txBody>
      </p:sp>
      <p:sp>
        <p:nvSpPr>
          <p:cNvPr id="7" name="Text 5"/>
          <p:cNvSpPr/>
          <p:nvPr/>
        </p:nvSpPr>
        <p:spPr>
          <a:xfrm>
            <a:off x="6675120" y="2423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buNone/>
            </a:pPr>
            <a:r>
              <a:rPr lang="zh-CN" altLang="en-US" sz="2100" b="1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观察</a:t>
            </a:r>
            <a:endParaRPr lang="zh-CN" sz="21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关注作品与光线。</a:t>
            </a:r>
            <a:endParaRPr lang="zh-CN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36576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buNone/>
            </a:pPr>
            <a:r>
              <a:rPr lang="zh-CN" altLang="en-US" sz="2100" b="1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停留</a:t>
            </a:r>
            <a:endParaRPr lang="zh-CN" sz="2100" dirty="0"/>
          </a:p>
        </p:txBody>
      </p:sp>
      <p:sp>
        <p:nvSpPr>
          <p:cNvPr id="10" name="Text 8"/>
          <p:cNvSpPr/>
          <p:nvPr/>
        </p:nvSpPr>
        <p:spPr>
          <a:xfrm>
            <a:off x="6675120" y="41605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提供坐下观看的位置。</a:t>
            </a:r>
            <a:endParaRPr lang="zh-CN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buNone/>
            </a:pPr>
            <a:r>
              <a:rPr lang="zh-CN" altLang="en-US" sz="2100" b="1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回望</a:t>
            </a:r>
            <a:endParaRPr lang="zh-CN" sz="2100" dirty="0"/>
          </a:p>
        </p:txBody>
      </p:sp>
      <p:sp>
        <p:nvSpPr>
          <p:cNvPr id="12" name="Text 10"/>
          <p:cNvSpPr/>
          <p:nvPr/>
        </p:nvSpPr>
        <p:spPr>
          <a:xfrm>
            <a:off x="6675120" y="53949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用短文连接观看经验。</a:t>
            </a:r>
            <a:endParaRPr lang="zh-CN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zh-CN" altLang="en-US" sz="1000" b="1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静观之间 / CURATORIAL PROPOSAL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虚构试访问卷，n = 120，单选；单位：%。仅演示比较方法，不是研究结论。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058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4"/>
              </a:lnSpc>
              <a:buNone/>
            </a:pPr>
            <a:r>
              <a:rPr lang="zh-CN" altLang="en-US" sz="34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多数试访者希望减少说明文字</a:t>
            </a:r>
            <a:endParaRPr lang="zh-CN" sz="3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2331720"/>
          <a:ext cx="73152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412480" y="242316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6"/>
              </a:lnSpc>
              <a:buNone/>
            </a:pPr>
            <a:r>
              <a:rPr lang="zh-CN" altLang="en-US" sz="22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60% 希望减少说明文</a:t>
            </a:r>
            <a:endParaRPr lang="zh-CN" sz="2200" dirty="0"/>
          </a:p>
          <a:p>
            <a:pPr algn="l" indent="0" marL="0">
              <a:lnSpc>
                <a:spcPts val="2816"/>
              </a:lnSpc>
              <a:buNone/>
            </a:pPr>
            <a:r>
              <a:rPr lang="zh-CN" altLang="en-US" sz="22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字。</a:t>
            </a:r>
            <a:endParaRPr lang="zh-CN" sz="2200" dirty="0"/>
          </a:p>
          <a:p>
            <a:pPr algn="l" indent="0" marL="0">
              <a:lnSpc>
                <a:spcPts val="2816"/>
              </a:lnSpc>
              <a:buNone/>
            </a:pPr>
            <a:r>
              <a:rPr lang="zh-CN" altLang="en-US" sz="22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这是虚构试访反馈，</a:t>
            </a:r>
            <a:endParaRPr lang="zh-CN" sz="2200" dirty="0"/>
          </a:p>
          <a:p>
            <a:pPr algn="l" indent="0" marL="0">
              <a:lnSpc>
                <a:spcPts val="2816"/>
              </a:lnSpc>
              <a:buNone/>
            </a:pPr>
            <a:r>
              <a:rPr lang="zh-CN" altLang="en-US" sz="22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不代表真实观众群体。</a:t>
            </a:r>
            <a:endParaRPr lang="zh-CN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zh-CN" altLang="en-US" sz="1000" b="1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静观之间 / CURATORIAL PROPOSAL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两轮检查：标识可读性与参观路线。正式开放日期另行公布。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058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4"/>
              </a:lnSpc>
              <a:buNone/>
            </a:pPr>
            <a:r>
              <a:rPr lang="zh-CN" altLang="en-US" sz="34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五周筹备，开放前完成两轮检查</a:t>
            </a:r>
            <a:endParaRPr lang="zh-CN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94560"/>
          <a:ext cx="10789920" cy="2550160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7772400"/>
              </a:tblGrid>
              <a:tr h="510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阶段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时间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交付检查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</a:tr>
              <a:tr h="510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空间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第 1—2 周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完成灯位与通道检查；座椅不占通道。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</a:tr>
              <a:tr h="510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内容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第 3 周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完成导览短文与大字版，保留复核记录。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</a:tr>
              <a:tr h="510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试运行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第 4 周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先检查标识可读性，再检查参观路线。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</a:tr>
              <a:tr h="510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开放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第 5 周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排班确认后开放，具体日期另行公布。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ngti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静观之间 · 秋季展览提案</dc:title>
  <dc:subject/>
  <dc:creator>PPT Design &amp; Polish</dc:creator>
  <cp:lastModifiedBy>PPT Design &amp; Polish</cp:lastModifiedBy>
  <cp:revision>1</cp:revision>
  <dcterms:created xsi:type="dcterms:W3CDTF">2026-10-21T16:41:44Z</dcterms:created>
  <dcterms:modified xsi:type="dcterms:W3CDTF">2026-10-21T16:41:44Z</dcterms:modified>
</cp:coreProperties>
</file>