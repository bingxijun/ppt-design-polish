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试访偏好</c:v>
                </c:pt>
              </c:strCache>
            </c:strRef>
          </c:tx>
          <c:spPr>
            <a:solidFill>
              <a:srgbClr val="29252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2925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减少说明文字</c:v>
                  </c:pt>
                  <c:pt idx="1">
                    <c:v>增加停留位置</c:v>
                  </c:pt>
                  <c:pt idx="2">
                    <c:v>增加导览讲解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2925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92521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655C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三个环节组织内容，不是观众必须完成的任务。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把观看时间还给观众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10789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先看作品，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再决定是否阅读导览。</a:t>
            </a:r>
            <a:endParaRPr lang="zh-CN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099816"/>
            <a:ext cx="107899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观察</a:t>
            </a:r>
            <a:endParaRPr lang="zh-CN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3545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关注作品与光线。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076192"/>
            <a:ext cx="107899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停留</a:t>
            </a:r>
            <a:endParaRPr lang="zh-CN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452221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提供坐下观看的位置。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052568"/>
            <a:ext cx="107899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b="1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回望</a:t>
            </a:r>
            <a:endParaRPr lang="zh-CN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54985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用短文连接观看经验。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虚构试访问卷，n = 120，单选；单位：%。仅演示比较方法，不是研究结论。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多数试访者希望减少说明文字</a:t>
            </a:r>
            <a:endParaRPr lang="zh-CN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68880"/>
          <a:ext cx="6949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2523744"/>
            <a:ext cx="32461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60% 希望减少说明文字。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这是虚构试访反馈，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29252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不代表真实观众群体。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静观之间 / CURATORIAL PROPOSAL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E655C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两轮检查：标识可读性与参观路线。正式开放日期另行公布。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2925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五周筹备，开放前完成两轮检查</a:t>
            </a:r>
            <a:endParaRPr lang="zh-CN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17936" cy="2387600"/>
        </p:xfrm>
        <a:graphic>
          <a:graphicData uri="http://schemas.openxmlformats.org/drawingml/2006/table">
            <a:tbl>
              <a:tblPr/>
              <a:tblGrid>
                <a:gridCol w="2256298"/>
                <a:gridCol w="3208014"/>
                <a:gridCol w="5453624"/>
              </a:tblGrid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阶段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时间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交付检查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空间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1—2 周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完成灯位与通道检查；座椅不占通道。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内容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3 周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完成导览短文与大字版，保留复核记录。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试运行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4 周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先检查标识可读性，再检查参观路线。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开放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第 5 周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92521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排班确认后开放，具体日期另行公布。</a:t>
                      </a:r>
                      <a:endParaRPr lang="en-US" sz="17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4F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FC5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静观之间 · 秋季展览提案</dc:title>
  <dc:subject/>
  <dc:creator>PPT Design &amp; Polish</dc:creator>
  <cp:lastModifiedBy>PPT Design &amp; Polish</cp:lastModifiedBy>
  <cp:revision>1</cp:revision>
  <dcterms:created xsi:type="dcterms:W3CDTF">2026-10-21T16:41:42Z</dcterms:created>
  <dcterms:modified xsi:type="dcterms:W3CDTF">2026-10-21T16:41:42Z</dcterms:modified>
</cp:coreProperties>
</file>